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f4d9256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f4d9256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ae86cc0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ae86cc0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5ae86cc0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5ae86cc0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5ae86cc0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5ae86cc0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5ae86cc0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5ae86cc0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5ae86cc0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5ae86cc0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02800" y="885775"/>
            <a:ext cx="69384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dk1"/>
                </a:solidFill>
              </a:rPr>
              <a:t>Sprint 2</a:t>
            </a:r>
            <a:endParaRPr sz="5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</a:rPr>
              <a:t>Grupo: Leoncitos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863" y="2250350"/>
            <a:ext cx="1940286" cy="24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69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 Secuencia: Usuario-Registro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8" y="1077000"/>
            <a:ext cx="9030825" cy="3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 Secuencia: Inicio de Sesión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600" y="536100"/>
            <a:ext cx="7492801" cy="43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6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 Secuencia: Compra de Entradas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800" y="639900"/>
            <a:ext cx="7780400" cy="42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6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 Secuencia: </a:t>
            </a:r>
            <a:r>
              <a:rPr lang="es"/>
              <a:t>Creación</a:t>
            </a:r>
            <a:r>
              <a:rPr lang="es"/>
              <a:t> de Eventos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39901"/>
            <a:ext cx="8520600" cy="4203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6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 Secuencia: Modificar/Borrar Evento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338" y="639904"/>
            <a:ext cx="7127325" cy="4392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50" y="161925"/>
            <a:ext cx="8878300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